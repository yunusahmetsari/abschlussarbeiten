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77" r:id="rId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41040A-B97D-42F0-814E-3636A5C72397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pos="546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minik Schäfer" initials="DS" lastIdx="56" clrIdx="0">
    <p:extLst>
      <p:ext uri="{19B8F6BF-5375-455C-9EA6-DF929625EA0E}">
        <p15:presenceInfo xmlns:p15="http://schemas.microsoft.com/office/powerpoint/2012/main" userId="Dominik Schäf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500"/>
    <a:srgbClr val="0128E9"/>
    <a:srgbClr val="00FF00"/>
    <a:srgbClr val="003C5A"/>
    <a:srgbClr val="8DD644"/>
    <a:srgbClr val="FDE724"/>
    <a:srgbClr val="277C8E"/>
    <a:srgbClr val="433B83"/>
    <a:srgbClr val="4F81BD"/>
    <a:srgbClr val="B92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07" autoAdjust="0"/>
    <p:restoredTop sz="73086" autoAdjust="0"/>
  </p:normalViewPr>
  <p:slideViewPr>
    <p:cSldViewPr>
      <p:cViewPr varScale="1">
        <p:scale>
          <a:sx n="157" d="100"/>
          <a:sy n="157" d="100"/>
        </p:scale>
        <p:origin x="2412" y="132"/>
      </p:cViewPr>
      <p:guideLst>
        <p:guide orient="horz" pos="1620"/>
        <p:guide pos="2880"/>
        <p:guide orient="horz" pos="3026"/>
        <p:guide pos="546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FF599-6389-40AA-8A2B-A3122779CDDC}" type="datetimeFigureOut">
              <a:rPr lang="de-DE" smtClean="0"/>
              <a:t>31.12.2025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5633C-52E2-4285-BCA0-13E53574E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9205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5633C-52E2-4285-BCA0-13E53574E4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789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80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1" y="131894"/>
            <a:ext cx="1372913" cy="265604"/>
          </a:xfrm>
          <a:prstGeom prst="rect">
            <a:avLst/>
          </a:prstGeom>
        </p:spPr>
      </p:pic>
      <p:sp>
        <p:nvSpPr>
          <p:cNvPr id="3" name="Textfeld 2"/>
          <p:cNvSpPr txBox="1"/>
          <p:nvPr userDrawn="1"/>
        </p:nvSpPr>
        <p:spPr>
          <a:xfrm>
            <a:off x="8796619" y="487600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85628ABB-A950-418B-8021-1BF641A8A95C}" type="slidenum">
              <a:rPr lang="de-DE" sz="105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pPr algn="r"/>
              <a:t>‹Nr.›</a:t>
            </a:fld>
            <a:endParaRPr lang="de-DE" sz="105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656" y="123478"/>
            <a:ext cx="1513612" cy="26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65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6B99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006B99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006B9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06B9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006B9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006B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7.png"/><Relationship Id="rId3" Type="http://schemas.microsoft.com/office/2007/relationships/media" Target="../media/media2.mp4"/><Relationship Id="rId7" Type="http://schemas.openxmlformats.org/officeDocument/2006/relationships/image" Target="../media/image30.png"/><Relationship Id="rId12" Type="http://schemas.openxmlformats.org/officeDocument/2006/relationships/image" Target="../media/image30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5.png"/><Relationship Id="rId4" Type="http://schemas.openxmlformats.org/officeDocument/2006/relationships/video" Target="../media/media2.mp4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9386" y="771550"/>
            <a:ext cx="8469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noAutofit/>
          </a:bodyPr>
          <a:lstStyle/>
          <a:p>
            <a:pPr eaLnBrk="0" hangingPunct="0"/>
            <a:r>
              <a:rPr lang="de-DE" sz="2400" b="1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Clusteranalyse </a:t>
            </a:r>
            <a:endParaRPr lang="de-DE" sz="1000" dirty="0">
              <a:solidFill>
                <a:srgbClr val="003C5A"/>
              </a:solidFill>
              <a:latin typeface="Arial" pitchFamily="34" charset="0"/>
              <a:ea typeface="Segoe UI Symbol" pitchFamily="34" charset="0"/>
              <a:cs typeface="Arial" pitchFamily="34" charset="0"/>
            </a:endParaRPr>
          </a:p>
        </p:txBody>
      </p: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A40B9B78-A2B0-4407-8480-F4072CFA6C36}"/>
              </a:ext>
            </a:extLst>
          </p:cNvPr>
          <p:cNvCxnSpPr>
            <a:cxnSpLocks/>
          </p:cNvCxnSpPr>
          <p:nvPr/>
        </p:nvCxnSpPr>
        <p:spPr>
          <a:xfrm>
            <a:off x="2838418" y="2894703"/>
            <a:ext cx="438038" cy="0"/>
          </a:xfrm>
          <a:prstGeom prst="straightConnector1">
            <a:avLst/>
          </a:prstGeom>
          <a:ln w="76200">
            <a:solidFill>
              <a:srgbClr val="003C5A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2900661" y="4204683"/>
                <a:ext cx="334267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0">
                <a:noAutofit/>
              </a:bodyPr>
              <a:lstStyle/>
              <a:p>
                <a:pPr algn="ctr" eaLnBrk="0" hangingPunct="0"/>
                <a:r>
                  <a:rPr lang="de-DE" sz="1600" dirty="0" err="1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Cutoff</a:t>
                </a:r>
                <a:r>
                  <a:rPr lang="de-DE" sz="1600" dirty="0">
                    <a:solidFill>
                      <a:srgbClr val="003C5A"/>
                    </a:solidFill>
                    <a:latin typeface="Arial" pitchFamily="34" charset="0"/>
                    <a:ea typeface="Segoe UI Symbol" pitchFamily="34" charset="0"/>
                    <a:cs typeface="Arial" pitchFamily="34" charset="0"/>
                  </a:rPr>
                  <a:t>-Radius: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de-DE" sz="1600" b="0" i="1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600" b="0" i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c</m:t>
                        </m:r>
                      </m:sub>
                    </m:sSub>
                    <m:r>
                      <a:rPr lang="de-DE" sz="1600" b="0" i="1" smtClean="0">
                        <a:solidFill>
                          <a:srgbClr val="003C5A"/>
                        </a:solidFill>
                        <a:latin typeface="Cambria Math" panose="02040503050406030204" pitchFamily="18" charset="0"/>
                        <a:ea typeface="Segoe UI Symbol" pitchFamily="34" charset="0"/>
                        <a:cs typeface="Arial" pitchFamily="34" charset="0"/>
                      </a:rPr>
                      <m:t>=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600" b="0" i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min</m:t>
                        </m:r>
                        <m:r>
                          <a:rPr lang="de-DE" sz="1600" b="0" i="0" smtClean="0">
                            <a:solidFill>
                              <a:srgbClr val="003C5A"/>
                            </a:solidFill>
                            <a:latin typeface="Cambria Math" panose="02040503050406030204" pitchFamily="18" charset="0"/>
                            <a:ea typeface="Segoe UI Symbol" pitchFamily="34" charset="0"/>
                            <a:cs typeface="Arial" pitchFamily="34" charset="0"/>
                          </a:rPr>
                          <m:t>,1</m:t>
                        </m:r>
                      </m:sub>
                    </m:sSub>
                  </m:oMath>
                </a14:m>
                <a:endParaRPr lang="de-DE" sz="1600" dirty="0">
                  <a:solidFill>
                    <a:srgbClr val="003C5A"/>
                  </a:solidFill>
                  <a:latin typeface="Arial" pitchFamily="34" charset="0"/>
                  <a:ea typeface="Segoe UI Symbo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0661" y="4204683"/>
                <a:ext cx="3342676" cy="338554"/>
              </a:xfrm>
              <a:prstGeom prst="rect">
                <a:avLst/>
              </a:prstGeom>
              <a:blipFill>
                <a:blip r:embed="rId7"/>
                <a:stretch>
                  <a:fillRect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" name="Rechteck 265">
            <a:extLst>
              <a:ext uri="{FF2B5EF4-FFF2-40B4-BE49-F238E27FC236}">
                <a16:creationId xmlns:a16="http://schemas.microsoft.com/office/drawing/2014/main" id="{22BDDDEB-512B-49A5-84BA-091D1D8190AB}"/>
              </a:ext>
            </a:extLst>
          </p:cNvPr>
          <p:cNvSpPr/>
          <p:nvPr/>
        </p:nvSpPr>
        <p:spPr>
          <a:xfrm>
            <a:off x="5092640" y="4265020"/>
            <a:ext cx="775504" cy="256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2" name="Ausgang">
            <a:hlinkClick r:id="" action="ppaction://media"/>
            <a:extLst>
              <a:ext uri="{FF2B5EF4-FFF2-40B4-BE49-F238E27FC236}">
                <a16:creationId xmlns:a16="http://schemas.microsoft.com/office/drawing/2014/main" id="{1414DADB-30D9-4F2C-BFCF-3D643D6C2A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l="22015" r="22072"/>
          <a:stretch/>
        </p:blipFill>
        <p:spPr>
          <a:xfrm>
            <a:off x="433" y="1488327"/>
            <a:ext cx="2862680" cy="2880000"/>
          </a:xfrm>
          <a:prstGeom prst="rect">
            <a:avLst/>
          </a:prstGeom>
        </p:spPr>
      </p:pic>
      <p:sp>
        <p:nvSpPr>
          <p:cNvPr id="66" name="Rectangle 6">
            <a:extLst>
              <a:ext uri="{FF2B5EF4-FFF2-40B4-BE49-F238E27FC236}">
                <a16:creationId xmlns:a16="http://schemas.microsoft.com/office/drawing/2014/main" id="{BB33A0BF-5F60-4509-8363-26FE619DE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357" y="1275606"/>
            <a:ext cx="15472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/>
          <a:p>
            <a:pPr eaLnBrk="0" hangingPunct="0"/>
            <a:r>
              <a:rPr lang="de-DE" sz="1600" dirty="0">
                <a:solidFill>
                  <a:srgbClr val="003C5A"/>
                </a:solidFill>
                <a:latin typeface="Arial" pitchFamily="34" charset="0"/>
                <a:ea typeface="Segoe UI Symbol" pitchFamily="34" charset="0"/>
                <a:cs typeface="Arial" pitchFamily="34" charset="0"/>
              </a:rPr>
              <a:t>Clusteranalyse</a:t>
            </a:r>
          </a:p>
        </p:txBody>
      </p:sp>
      <p:grpSp>
        <p:nvGrpSpPr>
          <p:cNvPr id="5" name="Gruppieren 1">
            <a:extLst>
              <a:ext uri="{FF2B5EF4-FFF2-40B4-BE49-F238E27FC236}">
                <a16:creationId xmlns:a16="http://schemas.microsoft.com/office/drawing/2014/main" id="{3270722C-45F9-4781-A71B-6516E2EB23B8}"/>
              </a:ext>
            </a:extLst>
          </p:cNvPr>
          <p:cNvGrpSpPr/>
          <p:nvPr/>
        </p:nvGrpSpPr>
        <p:grpSpPr>
          <a:xfrm>
            <a:off x="3393536" y="1780792"/>
            <a:ext cx="2340000" cy="2340000"/>
            <a:chOff x="3398299" y="1780792"/>
            <a:chExt cx="2340000" cy="2340000"/>
          </a:xfrm>
        </p:grpSpPr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8DCC6F50-60BC-4ED7-B468-BE32C1AC2662}"/>
                </a:ext>
              </a:extLst>
            </p:cNvPr>
            <p:cNvSpPr/>
            <p:nvPr/>
          </p:nvSpPr>
          <p:spPr>
            <a:xfrm>
              <a:off x="3398299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7DA90A91-BFBA-4D31-A22B-2B5D4D6EC443}"/>
                </a:ext>
              </a:extLst>
            </p:cNvPr>
            <p:cNvSpPr/>
            <p:nvPr/>
          </p:nvSpPr>
          <p:spPr>
            <a:xfrm flipH="1">
              <a:off x="3798806" y="349701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26371BE9-2E6C-41DB-88AE-4350A87959BA}"/>
                </a:ext>
              </a:extLst>
            </p:cNvPr>
            <p:cNvSpPr/>
            <p:nvPr/>
          </p:nvSpPr>
          <p:spPr>
            <a:xfrm flipH="1">
              <a:off x="3558943" y="364997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675D9F6F-2B59-4B03-8158-C70028F5F0EF}"/>
                </a:ext>
              </a:extLst>
            </p:cNvPr>
            <p:cNvSpPr/>
            <p:nvPr/>
          </p:nvSpPr>
          <p:spPr>
            <a:xfrm flipH="1">
              <a:off x="3894874" y="376874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3175AA68-B696-4FD3-8A27-66FBE861462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920" y="3003798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A554E0D6-930F-47A3-B87D-3108305BD46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547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0AF9B8FA-19A9-41AE-AEB0-6FE9CB7D0B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8801" y="31277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F3A47A8B-56CD-4CFC-992A-921E275EC18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7154" y="2644222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83EE6C79-F544-4E35-B7DF-302B06075B4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903" y="246136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2BDE28ED-8641-4CB8-849C-77ACBD0213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4008" y="2274678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5038CB8E-EBD2-4295-988E-0CEEB65F21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9154" y="2083569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268525FB-79B2-4C90-AA11-41BB94E7261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2495" y="2361609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1752BD73-DD75-490E-ACFE-2F115D8FDDB3}"/>
                </a:ext>
              </a:extLst>
            </p:cNvPr>
            <p:cNvSpPr/>
            <p:nvPr/>
          </p:nvSpPr>
          <p:spPr>
            <a:xfrm flipH="1">
              <a:off x="3944669" y="32586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4" name="Gruppieren 2">
            <a:extLst>
              <a:ext uri="{FF2B5EF4-FFF2-40B4-BE49-F238E27FC236}">
                <a16:creationId xmlns:a16="http://schemas.microsoft.com/office/drawing/2014/main" id="{5460FB65-CA9D-448A-A66D-382840EEC57C}"/>
              </a:ext>
            </a:extLst>
          </p:cNvPr>
          <p:cNvGrpSpPr/>
          <p:nvPr/>
        </p:nvGrpSpPr>
        <p:grpSpPr>
          <a:xfrm>
            <a:off x="3397785" y="1781142"/>
            <a:ext cx="2340000" cy="2340000"/>
            <a:chOff x="413807" y="2011116"/>
            <a:chExt cx="2340000" cy="234000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CCA7E156-DA02-41A9-8F47-A6FBB1004BE3}"/>
                </a:ext>
              </a:extLst>
            </p:cNvPr>
            <p:cNvSpPr/>
            <p:nvPr/>
          </p:nvSpPr>
          <p:spPr>
            <a:xfrm>
              <a:off x="413807" y="2011116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ADC6D50-567F-481C-B85A-C9BF093519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6314" y="3439340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983EFC48-11E8-4929-8877-3DC4EB6AB229}"/>
                </a:ext>
              </a:extLst>
            </p:cNvPr>
            <p:cNvSpPr/>
            <p:nvPr/>
          </p:nvSpPr>
          <p:spPr>
            <a:xfrm flipH="1">
              <a:off x="814314" y="372734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A2F794AB-4D4D-4B87-A613-FA2716D2E54C}"/>
                </a:ext>
              </a:extLst>
            </p:cNvPr>
            <p:cNvSpPr/>
            <p:nvPr/>
          </p:nvSpPr>
          <p:spPr>
            <a:xfrm flipH="1">
              <a:off x="574451" y="388029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46616699-AD67-4B7E-A049-9AF20EE185CD}"/>
                </a:ext>
              </a:extLst>
            </p:cNvPr>
            <p:cNvSpPr/>
            <p:nvPr/>
          </p:nvSpPr>
          <p:spPr>
            <a:xfrm flipH="1">
              <a:off x="910382" y="399907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512210C-90F6-4F72-B50B-F6E0EF4DC7C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67428" y="3234122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1A4BCB3B-CA07-46BA-B9D2-4038AAAEB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39055" y="363090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3B099646-2C70-4912-A258-B752DFE02B6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224309" y="335810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2077DFCD-95F1-4271-B83C-DA107A91F10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892662" y="2874098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15D07F5B-A1CA-4DD9-9858-B0DE772957A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95411" y="269124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0216F25B-72A5-4F91-B353-F31B66B197B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659516" y="250455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D070A093-48CD-4A8F-8148-A5822A8EA5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64662" y="231344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4D8C4474-953B-4325-85EF-9ECD1B0AF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28003" y="259148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46D4EF6A-24B2-4819-AF5D-F3E250183A3A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V="1">
              <a:off x="886314" y="3799340"/>
              <a:ext cx="360000" cy="2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3FDBBD21-B6FE-4757-BECE-12F49ABF5FA6}"/>
                </a:ext>
              </a:extLst>
            </p:cNvPr>
            <p:cNvSpPr txBox="1"/>
            <p:nvPr/>
          </p:nvSpPr>
          <p:spPr>
            <a:xfrm>
              <a:off x="1017908" y="3564860"/>
              <a:ext cx="2978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100" dirty="0" err="1">
                  <a:latin typeface="Arial" pitchFamily="34" charset="0"/>
                  <a:ea typeface="Segoe UI Symbol" pitchFamily="34" charset="0"/>
                  <a:cs typeface="Arial" pitchFamily="34" charset="0"/>
                </a:rPr>
                <a:t>r</a:t>
              </a:r>
              <a:r>
                <a:rPr lang="de-DE" sz="1100" baseline="-25000" dirty="0" err="1">
                  <a:latin typeface="Arial" pitchFamily="34" charset="0"/>
                  <a:ea typeface="Segoe UI Symbol" pitchFamily="34" charset="0"/>
                  <a:cs typeface="Arial" pitchFamily="34" charset="0"/>
                </a:rPr>
                <a:t>c</a:t>
              </a:r>
              <a:endParaRPr lang="de-DE" sz="1100" dirty="0"/>
            </a:p>
          </p:txBody>
        </p:sp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F9469F1A-37B9-4FDA-9A48-8E974E2DD760}"/>
                </a:ext>
              </a:extLst>
            </p:cNvPr>
            <p:cNvSpPr/>
            <p:nvPr/>
          </p:nvSpPr>
          <p:spPr>
            <a:xfrm flipH="1">
              <a:off x="960177" y="348901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3" name="Gruppieren 3">
            <a:extLst>
              <a:ext uri="{FF2B5EF4-FFF2-40B4-BE49-F238E27FC236}">
                <a16:creationId xmlns:a16="http://schemas.microsoft.com/office/drawing/2014/main" id="{AF4D8658-55B0-4345-BE3E-341F41EA9454}"/>
              </a:ext>
            </a:extLst>
          </p:cNvPr>
          <p:cNvGrpSpPr/>
          <p:nvPr/>
        </p:nvGrpSpPr>
        <p:grpSpPr>
          <a:xfrm>
            <a:off x="3271316" y="1413310"/>
            <a:ext cx="2740277" cy="2741303"/>
            <a:chOff x="3271542" y="1412757"/>
            <a:chExt cx="2740277" cy="2741303"/>
          </a:xfrm>
        </p:grpSpPr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5AFD38E2-EAEA-499D-8CCA-2ED6F849B0E4}"/>
                </a:ext>
              </a:extLst>
            </p:cNvPr>
            <p:cNvSpPr/>
            <p:nvPr/>
          </p:nvSpPr>
          <p:spPr>
            <a:xfrm>
              <a:off x="3397958" y="1783451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64B2A44F-17BC-4B01-86F0-A838310FBD5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271542" y="3364325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867AC8D3-C2BE-4106-9625-B64295F7120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57660" y="2971593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DEAC8E11-10CC-4C87-AF22-CC940C1D410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16864" y="3434060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9A68EC62-3E09-4B37-A4A3-CC6C0E5B9153}"/>
                </a:ext>
              </a:extLst>
            </p:cNvPr>
            <p:cNvSpPr/>
            <p:nvPr/>
          </p:nvSpPr>
          <p:spPr>
            <a:xfrm flipH="1">
              <a:off x="3798465" y="349967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261534C8-B9DC-43FD-BE90-F038D76E01BE}"/>
                </a:ext>
              </a:extLst>
            </p:cNvPr>
            <p:cNvSpPr/>
            <p:nvPr/>
          </p:nvSpPr>
          <p:spPr>
            <a:xfrm flipH="1">
              <a:off x="3558602" y="365263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8" name="Ellipse 147">
              <a:extLst>
                <a:ext uri="{FF2B5EF4-FFF2-40B4-BE49-F238E27FC236}">
                  <a16:creationId xmlns:a16="http://schemas.microsoft.com/office/drawing/2014/main" id="{63221EEC-A93A-4ED6-8619-3E787305007F}"/>
                </a:ext>
              </a:extLst>
            </p:cNvPr>
            <p:cNvSpPr/>
            <p:nvPr/>
          </p:nvSpPr>
          <p:spPr>
            <a:xfrm flipH="1">
              <a:off x="3894533" y="377140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B2E5B357-4153-4F4B-801D-890511549D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579" y="3006473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1" name="Ellipse 150">
              <a:extLst>
                <a:ext uri="{FF2B5EF4-FFF2-40B4-BE49-F238E27FC236}">
                  <a16:creationId xmlns:a16="http://schemas.microsoft.com/office/drawing/2014/main" id="{8927F839-BE85-45F1-8128-E8D76719EC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206" y="340323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2" name="Ellipse 151">
              <a:extLst>
                <a:ext uri="{FF2B5EF4-FFF2-40B4-BE49-F238E27FC236}">
                  <a16:creationId xmlns:a16="http://schemas.microsoft.com/office/drawing/2014/main" id="{07EAC323-323C-4170-900E-B4A00C3D25A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285" y="3130435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2B98084C-81BE-47A2-9246-EE89D955AA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813" y="2646433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4" name="Ellipse 153">
              <a:extLst>
                <a:ext uri="{FF2B5EF4-FFF2-40B4-BE49-F238E27FC236}">
                  <a16:creationId xmlns:a16="http://schemas.microsoft.com/office/drawing/2014/main" id="{1FEF6D4D-D176-49F7-9551-7F0F1322EF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562" y="246675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5" name="Ellipse 154">
              <a:extLst>
                <a:ext uri="{FF2B5EF4-FFF2-40B4-BE49-F238E27FC236}">
                  <a16:creationId xmlns:a16="http://schemas.microsoft.com/office/drawing/2014/main" id="{DA4103CA-211B-4724-BC80-A8DD7DC7232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667" y="2276889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8" name="Ellipse 167">
              <a:extLst>
                <a:ext uri="{FF2B5EF4-FFF2-40B4-BE49-F238E27FC236}">
                  <a16:creationId xmlns:a16="http://schemas.microsoft.com/office/drawing/2014/main" id="{F4D110B1-5660-4C9F-B585-C08DA3930D0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813" y="2088955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9" name="Ellipse 168">
              <a:extLst>
                <a:ext uri="{FF2B5EF4-FFF2-40B4-BE49-F238E27FC236}">
                  <a16:creationId xmlns:a16="http://schemas.microsoft.com/office/drawing/2014/main" id="{ECFF927A-CD6F-43BE-ADF7-B485335CBE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2154" y="2363820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698D74B3-827D-487E-AFAA-E07255F680BC}"/>
                </a:ext>
              </a:extLst>
            </p:cNvPr>
            <p:cNvSpPr/>
            <p:nvPr/>
          </p:nvSpPr>
          <p:spPr>
            <a:xfrm flipH="1">
              <a:off x="3944328" y="326135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Sehne 7">
              <a:extLst>
                <a:ext uri="{FF2B5EF4-FFF2-40B4-BE49-F238E27FC236}">
                  <a16:creationId xmlns:a16="http://schemas.microsoft.com/office/drawing/2014/main" id="{EC9B1E2E-D4EB-4668-91B6-12DBB56D16FE}"/>
                </a:ext>
              </a:extLst>
            </p:cNvPr>
            <p:cNvSpPr/>
            <p:nvPr/>
          </p:nvSpPr>
          <p:spPr>
            <a:xfrm rot="16200000">
              <a:off x="3772566" y="1312216"/>
              <a:ext cx="408597" cy="609680"/>
            </a:xfrm>
            <a:prstGeom prst="chord">
              <a:avLst>
                <a:gd name="adj1" fmla="val 8158498"/>
                <a:gd name="adj2" fmla="val 134588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95" name="Sehne 194">
              <a:extLst>
                <a:ext uri="{FF2B5EF4-FFF2-40B4-BE49-F238E27FC236}">
                  <a16:creationId xmlns:a16="http://schemas.microsoft.com/office/drawing/2014/main" id="{F1EFC029-623F-4909-BAE1-B45F85A0EC40}"/>
                </a:ext>
              </a:extLst>
            </p:cNvPr>
            <p:cNvSpPr/>
            <p:nvPr/>
          </p:nvSpPr>
          <p:spPr>
            <a:xfrm>
              <a:off x="5603222" y="3418860"/>
              <a:ext cx="408597" cy="609680"/>
            </a:xfrm>
            <a:prstGeom prst="chord">
              <a:avLst>
                <a:gd name="adj1" fmla="val 6324039"/>
                <a:gd name="adj2" fmla="val 1523230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6" name="Gruppieren 61">
            <a:extLst>
              <a:ext uri="{FF2B5EF4-FFF2-40B4-BE49-F238E27FC236}">
                <a16:creationId xmlns:a16="http://schemas.microsoft.com/office/drawing/2014/main" id="{DEE358D9-A8F8-4871-BAE3-BAFC3F749F60}"/>
              </a:ext>
            </a:extLst>
          </p:cNvPr>
          <p:cNvGrpSpPr/>
          <p:nvPr/>
        </p:nvGrpSpPr>
        <p:grpSpPr>
          <a:xfrm>
            <a:off x="3264763" y="1783768"/>
            <a:ext cx="2472969" cy="2381214"/>
            <a:chOff x="3264816" y="1779584"/>
            <a:chExt cx="2472969" cy="2381214"/>
          </a:xfrm>
        </p:grpSpPr>
        <p:sp>
          <p:nvSpPr>
            <p:cNvPr id="142" name="Sehne 141">
              <a:extLst>
                <a:ext uri="{FF2B5EF4-FFF2-40B4-BE49-F238E27FC236}">
                  <a16:creationId xmlns:a16="http://schemas.microsoft.com/office/drawing/2014/main" id="{0CA28C69-14B2-487B-AD62-6B4D05C20EB2}"/>
                </a:ext>
              </a:extLst>
            </p:cNvPr>
            <p:cNvSpPr/>
            <p:nvPr/>
          </p:nvSpPr>
          <p:spPr>
            <a:xfrm>
              <a:off x="3264816" y="3419971"/>
              <a:ext cx="408597" cy="609680"/>
            </a:xfrm>
            <a:prstGeom prst="chord">
              <a:avLst>
                <a:gd name="adj1" fmla="val 6324039"/>
                <a:gd name="adj2" fmla="val 1523230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Sehne 142">
              <a:extLst>
                <a:ext uri="{FF2B5EF4-FFF2-40B4-BE49-F238E27FC236}">
                  <a16:creationId xmlns:a16="http://schemas.microsoft.com/office/drawing/2014/main" id="{02368CBA-A127-42D1-8CDB-CDDFB5A52AAD}"/>
                </a:ext>
              </a:extLst>
            </p:cNvPr>
            <p:cNvSpPr/>
            <p:nvPr/>
          </p:nvSpPr>
          <p:spPr>
            <a:xfrm rot="16200000">
              <a:off x="3773399" y="3658393"/>
              <a:ext cx="395130" cy="609680"/>
            </a:xfrm>
            <a:prstGeom prst="chord">
              <a:avLst>
                <a:gd name="adj1" fmla="val 8253312"/>
                <a:gd name="adj2" fmla="val 1335322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A322F7E5-5C14-4B4B-9E77-67A3EBEB7D05}"/>
                </a:ext>
              </a:extLst>
            </p:cNvPr>
            <p:cNvSpPr/>
            <p:nvPr/>
          </p:nvSpPr>
          <p:spPr>
            <a:xfrm>
              <a:off x="3397785" y="1779584"/>
              <a:ext cx="2340000" cy="2340000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2" name="Gruppieren 4">
            <a:extLst>
              <a:ext uri="{FF2B5EF4-FFF2-40B4-BE49-F238E27FC236}">
                <a16:creationId xmlns:a16="http://schemas.microsoft.com/office/drawing/2014/main" id="{A266070B-A69D-4D63-B241-17A73149F55E}"/>
              </a:ext>
            </a:extLst>
          </p:cNvPr>
          <p:cNvGrpSpPr/>
          <p:nvPr/>
        </p:nvGrpSpPr>
        <p:grpSpPr>
          <a:xfrm>
            <a:off x="3398400" y="1782837"/>
            <a:ext cx="2340000" cy="2340000"/>
            <a:chOff x="3397785" y="1780792"/>
            <a:chExt cx="2340000" cy="2340000"/>
          </a:xfrm>
        </p:grpSpPr>
        <p:sp>
          <p:nvSpPr>
            <p:cNvPr id="204" name="Rechteck 203">
              <a:extLst>
                <a:ext uri="{FF2B5EF4-FFF2-40B4-BE49-F238E27FC236}">
                  <a16:creationId xmlns:a16="http://schemas.microsoft.com/office/drawing/2014/main" id="{FC524F33-6BDE-40B6-8CEA-DD9A84A896A1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24" name="Ellipse 223">
              <a:extLst>
                <a:ext uri="{FF2B5EF4-FFF2-40B4-BE49-F238E27FC236}">
                  <a16:creationId xmlns:a16="http://schemas.microsoft.com/office/drawing/2014/main" id="{F577138E-AE31-4164-B43F-E133658C3EE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570216" y="2715402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5" name="Ellipse 224">
              <a:extLst>
                <a:ext uri="{FF2B5EF4-FFF2-40B4-BE49-F238E27FC236}">
                  <a16:creationId xmlns:a16="http://schemas.microsoft.com/office/drawing/2014/main" id="{32778719-1208-4735-9151-50B3C6D098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923406" y="2835994"/>
              <a:ext cx="720000" cy="720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8" name="Ellipse 207">
              <a:extLst>
                <a:ext uri="{FF2B5EF4-FFF2-40B4-BE49-F238E27FC236}">
                  <a16:creationId xmlns:a16="http://schemas.microsoft.com/office/drawing/2014/main" id="{2E96829B-4297-44EA-9234-B8C0450923E7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F544B76A-F6BE-4B3D-B87A-40F188776C50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0" name="Ellipse 209">
              <a:extLst>
                <a:ext uri="{FF2B5EF4-FFF2-40B4-BE49-F238E27FC236}">
                  <a16:creationId xmlns:a16="http://schemas.microsoft.com/office/drawing/2014/main" id="{057EB771-310F-4F3B-8891-9E96BF0E19B3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84A50FB8-504A-44D4-AD64-42DAF63846B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2" name="Ellipse 211">
              <a:extLst>
                <a:ext uri="{FF2B5EF4-FFF2-40B4-BE49-F238E27FC236}">
                  <a16:creationId xmlns:a16="http://schemas.microsoft.com/office/drawing/2014/main" id="{1333D5EF-2098-4B12-962E-F22CCFA51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3" name="Ellipse 212">
              <a:extLst>
                <a:ext uri="{FF2B5EF4-FFF2-40B4-BE49-F238E27FC236}">
                  <a16:creationId xmlns:a16="http://schemas.microsoft.com/office/drawing/2014/main" id="{7FDB35CF-C598-4B14-A56C-DD50EBB3523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4" name="Ellipse 213">
              <a:extLst>
                <a:ext uri="{FF2B5EF4-FFF2-40B4-BE49-F238E27FC236}">
                  <a16:creationId xmlns:a16="http://schemas.microsoft.com/office/drawing/2014/main" id="{23654047-6F40-4025-BFCF-712269DE29E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F7525CB2-5FA9-45FF-B14E-2450FB6D0B9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7B643FE5-DFCB-43CF-A227-F9F70904E9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91EA94BE-BA86-449A-B443-E156839409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AA4F7655-972C-4174-B9AE-3A9DF9676C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id="{5D8A9B8A-ACB7-484D-8444-48F46179C0C5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60" name="Gruppieren 5">
            <a:extLst>
              <a:ext uri="{FF2B5EF4-FFF2-40B4-BE49-F238E27FC236}">
                <a16:creationId xmlns:a16="http://schemas.microsoft.com/office/drawing/2014/main" id="{054BF35D-4A01-4390-BCD6-1539929D37E0}"/>
              </a:ext>
            </a:extLst>
          </p:cNvPr>
          <p:cNvGrpSpPr/>
          <p:nvPr/>
        </p:nvGrpSpPr>
        <p:grpSpPr>
          <a:xfrm>
            <a:off x="3397785" y="1783451"/>
            <a:ext cx="2340000" cy="2340000"/>
            <a:chOff x="3397785" y="1780792"/>
            <a:chExt cx="2340000" cy="2340000"/>
          </a:xfrm>
        </p:grpSpPr>
        <p:sp>
          <p:nvSpPr>
            <p:cNvPr id="161" name="Rechteck 160">
              <a:extLst>
                <a:ext uri="{FF2B5EF4-FFF2-40B4-BE49-F238E27FC236}">
                  <a16:creationId xmlns:a16="http://schemas.microsoft.com/office/drawing/2014/main" id="{5B03AD85-9A38-4581-A75C-D6240DDC705F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90E538BD-EE8C-44DF-A834-E99A96A0D878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4" name="Ellipse 163">
              <a:extLst>
                <a:ext uri="{FF2B5EF4-FFF2-40B4-BE49-F238E27FC236}">
                  <a16:creationId xmlns:a16="http://schemas.microsoft.com/office/drawing/2014/main" id="{E51F74AF-52E5-461D-B907-019CBBEA535E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321BD85B-40BA-4759-9335-DDF5A7705AB3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1B59A09E-0040-4667-AE49-0785BDB3BD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2605F6B7-AFA4-4C8D-8D90-7BA37D7C545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1123C1AA-FD08-45AA-A774-F9824A3716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859959F7-CB2F-47B7-BDF1-F5BD102B7DC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67E0BA07-8161-46F0-B61A-C6BE7454AD3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3" name="Ellipse 172">
              <a:extLst>
                <a:ext uri="{FF2B5EF4-FFF2-40B4-BE49-F238E27FC236}">
                  <a16:creationId xmlns:a16="http://schemas.microsoft.com/office/drawing/2014/main" id="{79869702-54F6-40BD-B8FD-ED84DCE254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D76968BD-2699-4C56-A15C-E9AA761009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FF5500"/>
            </a:solidFill>
            <a:ln>
              <a:solidFill>
                <a:srgbClr val="FF55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5" name="Ellipse 174">
              <a:extLst>
                <a:ext uri="{FF2B5EF4-FFF2-40B4-BE49-F238E27FC236}">
                  <a16:creationId xmlns:a16="http://schemas.microsoft.com/office/drawing/2014/main" id="{660EFA5C-08C7-49F9-8FA9-BDE7310DAD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6" name="Ellipse 175">
              <a:extLst>
                <a:ext uri="{FF2B5EF4-FFF2-40B4-BE49-F238E27FC236}">
                  <a16:creationId xmlns:a16="http://schemas.microsoft.com/office/drawing/2014/main" id="{5552D2DF-DC2E-4889-969C-C29FDF46E265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26" name="Gruppieren 6">
            <a:extLst>
              <a:ext uri="{FF2B5EF4-FFF2-40B4-BE49-F238E27FC236}">
                <a16:creationId xmlns:a16="http://schemas.microsoft.com/office/drawing/2014/main" id="{EFE881A1-37B9-4752-8189-15207E544FF1}"/>
              </a:ext>
            </a:extLst>
          </p:cNvPr>
          <p:cNvGrpSpPr/>
          <p:nvPr/>
        </p:nvGrpSpPr>
        <p:grpSpPr>
          <a:xfrm>
            <a:off x="3397785" y="1783451"/>
            <a:ext cx="2340000" cy="2340000"/>
            <a:chOff x="3397785" y="1780792"/>
            <a:chExt cx="2340000" cy="2340000"/>
          </a:xfrm>
        </p:grpSpPr>
        <p:sp>
          <p:nvSpPr>
            <p:cNvPr id="227" name="Rechteck 226">
              <a:extLst>
                <a:ext uri="{FF2B5EF4-FFF2-40B4-BE49-F238E27FC236}">
                  <a16:creationId xmlns:a16="http://schemas.microsoft.com/office/drawing/2014/main" id="{9C62B114-71F4-49BC-8411-74BF2E2B8BB0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0" name="Ellipse 229">
              <a:extLst>
                <a:ext uri="{FF2B5EF4-FFF2-40B4-BE49-F238E27FC236}">
                  <a16:creationId xmlns:a16="http://schemas.microsoft.com/office/drawing/2014/main" id="{033EEDE9-A96E-43A5-BAA4-90540173B6E6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1" name="Ellipse 230">
              <a:extLst>
                <a:ext uri="{FF2B5EF4-FFF2-40B4-BE49-F238E27FC236}">
                  <a16:creationId xmlns:a16="http://schemas.microsoft.com/office/drawing/2014/main" id="{A5B5AD17-6E82-4CFF-AD7C-D9FBA690286A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2" name="Ellipse 231">
              <a:extLst>
                <a:ext uri="{FF2B5EF4-FFF2-40B4-BE49-F238E27FC236}">
                  <a16:creationId xmlns:a16="http://schemas.microsoft.com/office/drawing/2014/main" id="{57CBD7C8-8192-4B31-9E40-325954DC9536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3" name="Ellipse 232">
              <a:extLst>
                <a:ext uri="{FF2B5EF4-FFF2-40B4-BE49-F238E27FC236}">
                  <a16:creationId xmlns:a16="http://schemas.microsoft.com/office/drawing/2014/main" id="{5570D92C-1AFE-4275-9636-36EA9E8319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BE9AD980-A966-4F95-A8E7-3C989FEE236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4C32107F-26BB-4191-8E4D-6D06BC13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6" name="Ellipse 235">
              <a:extLst>
                <a:ext uri="{FF2B5EF4-FFF2-40B4-BE49-F238E27FC236}">
                  <a16:creationId xmlns:a16="http://schemas.microsoft.com/office/drawing/2014/main" id="{039B76E1-4A70-402E-BDF8-16EB1C5366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7" name="Ellipse 236">
              <a:extLst>
                <a:ext uri="{FF2B5EF4-FFF2-40B4-BE49-F238E27FC236}">
                  <a16:creationId xmlns:a16="http://schemas.microsoft.com/office/drawing/2014/main" id="{E347295C-AB02-4A3F-BE52-138F207985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8" name="Ellipse 237">
              <a:extLst>
                <a:ext uri="{FF2B5EF4-FFF2-40B4-BE49-F238E27FC236}">
                  <a16:creationId xmlns:a16="http://schemas.microsoft.com/office/drawing/2014/main" id="{08F06D50-2D71-4F96-82B7-D0B0F7E7FA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9" name="Ellipse 238">
              <a:extLst>
                <a:ext uri="{FF2B5EF4-FFF2-40B4-BE49-F238E27FC236}">
                  <a16:creationId xmlns:a16="http://schemas.microsoft.com/office/drawing/2014/main" id="{378A847C-A940-4055-910C-53A1A39698D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0" name="Ellipse 239">
              <a:extLst>
                <a:ext uri="{FF2B5EF4-FFF2-40B4-BE49-F238E27FC236}">
                  <a16:creationId xmlns:a16="http://schemas.microsoft.com/office/drawing/2014/main" id="{8B99E1FE-070C-4D57-B85C-6D41282C95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1" name="Ellipse 240">
              <a:extLst>
                <a:ext uri="{FF2B5EF4-FFF2-40B4-BE49-F238E27FC236}">
                  <a16:creationId xmlns:a16="http://schemas.microsoft.com/office/drawing/2014/main" id="{EBF65520-EC25-4BE7-99C4-0F49757CE4EB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42" name="Gruppieren 7">
            <a:extLst>
              <a:ext uri="{FF2B5EF4-FFF2-40B4-BE49-F238E27FC236}">
                <a16:creationId xmlns:a16="http://schemas.microsoft.com/office/drawing/2014/main" id="{49A84B7F-ADBB-4CF3-A66D-668060682918}"/>
              </a:ext>
            </a:extLst>
          </p:cNvPr>
          <p:cNvGrpSpPr/>
          <p:nvPr/>
        </p:nvGrpSpPr>
        <p:grpSpPr>
          <a:xfrm>
            <a:off x="3397785" y="1780792"/>
            <a:ext cx="2340000" cy="2340000"/>
            <a:chOff x="3397785" y="1780792"/>
            <a:chExt cx="2340000" cy="2340000"/>
          </a:xfrm>
        </p:grpSpPr>
        <p:sp>
          <p:nvSpPr>
            <p:cNvPr id="243" name="Rechteck 242">
              <a:extLst>
                <a:ext uri="{FF2B5EF4-FFF2-40B4-BE49-F238E27FC236}">
                  <a16:creationId xmlns:a16="http://schemas.microsoft.com/office/drawing/2014/main" id="{42153C05-BE61-4B43-9387-A634658EB866}"/>
                </a:ext>
              </a:extLst>
            </p:cNvPr>
            <p:cNvSpPr/>
            <p:nvPr/>
          </p:nvSpPr>
          <p:spPr>
            <a:xfrm>
              <a:off x="3397785" y="1780792"/>
              <a:ext cx="2340000" cy="2340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5" name="Ellipse 244">
              <a:extLst>
                <a:ext uri="{FF2B5EF4-FFF2-40B4-BE49-F238E27FC236}">
                  <a16:creationId xmlns:a16="http://schemas.microsoft.com/office/drawing/2014/main" id="{B0BDF4CB-9CCF-4550-91A0-DAF1DBA9E001}"/>
                </a:ext>
              </a:extLst>
            </p:cNvPr>
            <p:cNvSpPr/>
            <p:nvPr/>
          </p:nvSpPr>
          <p:spPr>
            <a:xfrm flipH="1">
              <a:off x="3798292" y="349701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6" name="Ellipse 245">
              <a:extLst>
                <a:ext uri="{FF2B5EF4-FFF2-40B4-BE49-F238E27FC236}">
                  <a16:creationId xmlns:a16="http://schemas.microsoft.com/office/drawing/2014/main" id="{EDB7481F-1A75-479D-AC20-CCAC12A77AC8}"/>
                </a:ext>
              </a:extLst>
            </p:cNvPr>
            <p:cNvSpPr/>
            <p:nvPr/>
          </p:nvSpPr>
          <p:spPr>
            <a:xfrm flipH="1">
              <a:off x="3558429" y="364997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7" name="Ellipse 246">
              <a:extLst>
                <a:ext uri="{FF2B5EF4-FFF2-40B4-BE49-F238E27FC236}">
                  <a16:creationId xmlns:a16="http://schemas.microsoft.com/office/drawing/2014/main" id="{616264A0-8C09-4813-88CB-9D45199118B4}"/>
                </a:ext>
              </a:extLst>
            </p:cNvPr>
            <p:cNvSpPr/>
            <p:nvPr/>
          </p:nvSpPr>
          <p:spPr>
            <a:xfrm flipH="1">
              <a:off x="3894360" y="376874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8" name="Ellipse 247">
              <a:extLst>
                <a:ext uri="{FF2B5EF4-FFF2-40B4-BE49-F238E27FC236}">
                  <a16:creationId xmlns:a16="http://schemas.microsoft.com/office/drawing/2014/main" id="{02CE67AB-71D3-4EB3-85D6-9B6A247C3A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51406" y="3003814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9" name="Ellipse 248">
              <a:extLst>
                <a:ext uri="{FF2B5EF4-FFF2-40B4-BE49-F238E27FC236}">
                  <a16:creationId xmlns:a16="http://schemas.microsoft.com/office/drawing/2014/main" id="{A2CC731B-90DC-4DF1-A551-97EBA4C3826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23033" y="3400576"/>
              <a:ext cx="144000" cy="144000"/>
            </a:xfrm>
            <a:prstGeom prst="ellipse">
              <a:avLst/>
            </a:prstGeom>
            <a:solidFill>
              <a:srgbClr val="FDE724"/>
            </a:solidFill>
            <a:ln>
              <a:solidFill>
                <a:srgbClr val="FDE72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0" name="Ellipse 249">
              <a:extLst>
                <a:ext uri="{FF2B5EF4-FFF2-40B4-BE49-F238E27FC236}">
                  <a16:creationId xmlns:a16="http://schemas.microsoft.com/office/drawing/2014/main" id="{AF616E50-12E6-4FAF-BCF7-B3BD7405584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205112" y="3127776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1" name="Ellipse 250">
              <a:extLst>
                <a:ext uri="{FF2B5EF4-FFF2-40B4-BE49-F238E27FC236}">
                  <a16:creationId xmlns:a16="http://schemas.microsoft.com/office/drawing/2014/main" id="{B8E821CD-DFF1-4741-87CA-4C54C8C077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76640" y="2643774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2" name="Ellipse 251">
              <a:extLst>
                <a:ext uri="{FF2B5EF4-FFF2-40B4-BE49-F238E27FC236}">
                  <a16:creationId xmlns:a16="http://schemas.microsoft.com/office/drawing/2014/main" id="{F0A16BE6-BEA9-4954-B930-78121E38A8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179389" y="246409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3" name="Ellipse 252">
              <a:extLst>
                <a:ext uri="{FF2B5EF4-FFF2-40B4-BE49-F238E27FC236}">
                  <a16:creationId xmlns:a16="http://schemas.microsoft.com/office/drawing/2014/main" id="{C9276D0A-C271-4049-BEB5-9E28F7EE8CA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643494" y="2274230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4" name="Ellipse 253">
              <a:extLst>
                <a:ext uri="{FF2B5EF4-FFF2-40B4-BE49-F238E27FC236}">
                  <a16:creationId xmlns:a16="http://schemas.microsoft.com/office/drawing/2014/main" id="{1E581B5A-0706-422B-AA90-0D1B50758E0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48640" y="2086296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5" name="Ellipse 254">
              <a:extLst>
                <a:ext uri="{FF2B5EF4-FFF2-40B4-BE49-F238E27FC236}">
                  <a16:creationId xmlns:a16="http://schemas.microsoft.com/office/drawing/2014/main" id="{176B2BB0-0DDB-41E5-82CC-EFF7ADBCE3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11981" y="2361161"/>
              <a:ext cx="144000" cy="144000"/>
            </a:xfrm>
            <a:prstGeom prst="ellipse">
              <a:avLst/>
            </a:prstGeom>
            <a:solidFill>
              <a:srgbClr val="277C8E"/>
            </a:solidFill>
            <a:ln>
              <a:solidFill>
                <a:srgbClr val="277C8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6" name="Ellipse 255">
              <a:extLst>
                <a:ext uri="{FF2B5EF4-FFF2-40B4-BE49-F238E27FC236}">
                  <a16:creationId xmlns:a16="http://schemas.microsoft.com/office/drawing/2014/main" id="{ACAD8B0D-67F5-4561-A7B5-10B6A07FF0E7}"/>
                </a:ext>
              </a:extLst>
            </p:cNvPr>
            <p:cNvSpPr/>
            <p:nvPr/>
          </p:nvSpPr>
          <p:spPr>
            <a:xfrm flipH="1">
              <a:off x="3944155" y="3258691"/>
              <a:ext cx="144000" cy="144000"/>
            </a:xfrm>
            <a:prstGeom prst="ellipse">
              <a:avLst/>
            </a:prstGeom>
            <a:solidFill>
              <a:srgbClr val="433B83"/>
            </a:solidFill>
            <a:ln>
              <a:solidFill>
                <a:srgbClr val="433B8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5" name="Cluster">
            <a:hlinkClick r:id="" action="ppaction://media"/>
            <a:extLst>
              <a:ext uri="{FF2B5EF4-FFF2-40B4-BE49-F238E27FC236}">
                <a16:creationId xmlns:a16="http://schemas.microsoft.com/office/drawing/2014/main" id="{EDCD657C-E44D-4322-B19F-0D799F69939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9"/>
          <a:srcRect l="21910" r="21909"/>
          <a:stretch/>
        </p:blipFill>
        <p:spPr>
          <a:xfrm>
            <a:off x="6262850" y="1484873"/>
            <a:ext cx="2876444" cy="2880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380FB805-A1CD-4D97-94AB-A5673452668C}"/>
              </a:ext>
            </a:extLst>
          </p:cNvPr>
          <p:cNvSpPr/>
          <p:nvPr/>
        </p:nvSpPr>
        <p:spPr>
          <a:xfrm>
            <a:off x="6219888" y="1614160"/>
            <a:ext cx="2879999" cy="2685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0F463D2-1D32-4B50-88FE-DDE38B53FE1D}"/>
              </a:ext>
            </a:extLst>
          </p:cNvPr>
          <p:cNvCxnSpPr>
            <a:cxnSpLocks/>
          </p:cNvCxnSpPr>
          <p:nvPr/>
        </p:nvCxnSpPr>
        <p:spPr>
          <a:xfrm>
            <a:off x="5940152" y="2894703"/>
            <a:ext cx="438038" cy="0"/>
          </a:xfrm>
          <a:prstGeom prst="straightConnector1">
            <a:avLst/>
          </a:prstGeom>
          <a:ln w="76200">
            <a:solidFill>
              <a:srgbClr val="003C5A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43E5D701-2137-46A8-B6F1-D53BF45BC4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2710" y="1491950"/>
            <a:ext cx="2880000" cy="2880000"/>
          </a:xfrm>
          <a:prstGeom prst="rect">
            <a:avLst/>
          </a:prstGeom>
        </p:spPr>
      </p:pic>
      <p:grpSp>
        <p:nvGrpSpPr>
          <p:cNvPr id="3" name="Gruppieren 10">
            <a:extLst>
              <a:ext uri="{FF2B5EF4-FFF2-40B4-BE49-F238E27FC236}">
                <a16:creationId xmlns:a16="http://schemas.microsoft.com/office/drawing/2014/main" id="{B7296C37-0203-4407-9B48-99C8711AF91B}"/>
              </a:ext>
            </a:extLst>
          </p:cNvPr>
          <p:cNvGrpSpPr/>
          <p:nvPr/>
        </p:nvGrpSpPr>
        <p:grpSpPr>
          <a:xfrm>
            <a:off x="2771800" y="1405423"/>
            <a:ext cx="3551488" cy="2829429"/>
            <a:chOff x="2665769" y="1405423"/>
            <a:chExt cx="3551488" cy="2829429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739B213C-6B12-4BEC-9A8C-827F4B2E85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5000" t="15227" r="18695" b="6967"/>
            <a:stretch/>
          </p:blipFill>
          <p:spPr>
            <a:xfrm>
              <a:off x="2665769" y="1766281"/>
              <a:ext cx="3551488" cy="2468571"/>
            </a:xfrm>
            <a:prstGeom prst="rect">
              <a:avLst/>
            </a:prstGeom>
          </p:spPr>
        </p:pic>
        <p:cxnSp>
          <p:nvCxnSpPr>
            <p:cNvPr id="267" name="Gerade Verbindung mit Pfeil 266">
              <a:extLst>
                <a:ext uri="{FF2B5EF4-FFF2-40B4-BE49-F238E27FC236}">
                  <a16:creationId xmlns:a16="http://schemas.microsoft.com/office/drawing/2014/main" id="{313C1C8F-94F7-4923-907C-4C69BC5740E1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476982" y="3575862"/>
              <a:ext cx="134640" cy="13464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D47B4919-F216-4595-A314-061ABBC77121}"/>
                    </a:ext>
                  </a:extLst>
                </p:cNvPr>
                <p:cNvSpPr txBox="1"/>
                <p:nvPr/>
              </p:nvSpPr>
              <p:spPr>
                <a:xfrm>
                  <a:off x="4217508" y="3185459"/>
                  <a:ext cx="610885" cy="36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sz="1400" b="0" i="0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de-DE" sz="1400" b="0" i="0" dirty="0" smtClean="0">
                                <a:solidFill>
                                  <a:srgbClr val="003C5A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de-DE" sz="1400" dirty="0"/>
                </a:p>
              </p:txBody>
            </p:sp>
          </mc:Choice>
          <mc:Fallback xmlns=""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D47B4919-F216-4595-A314-061ABBC77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08" y="3185459"/>
                  <a:ext cx="610885" cy="36251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DDD64AE2-243B-4C2E-BEDF-64F30380B7BF}"/>
                </a:ext>
              </a:extLst>
            </p:cNvPr>
            <p:cNvCxnSpPr>
              <a:cxnSpLocks/>
            </p:cNvCxnSpPr>
            <p:nvPr/>
          </p:nvCxnSpPr>
          <p:spPr>
            <a:xfrm>
              <a:off x="3116814" y="1582331"/>
              <a:ext cx="237600" cy="0"/>
            </a:xfrm>
            <a:prstGeom prst="straightConnector1">
              <a:avLst/>
            </a:prstGeom>
            <a:ln w="19050">
              <a:solidFill>
                <a:srgbClr val="003C5A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C74B2AFF-7548-4342-8B28-CA2A1BECCB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68661" t="41650" r="12300" b="39236"/>
            <a:stretch/>
          </p:blipFill>
          <p:spPr>
            <a:xfrm>
              <a:off x="2887330" y="1493802"/>
              <a:ext cx="179277" cy="180000"/>
            </a:xfrm>
            <a:prstGeom prst="rect">
              <a:avLst/>
            </a:prstGeom>
          </p:spPr>
        </p:pic>
        <p:pic>
          <p:nvPicPr>
            <p:cNvPr id="140" name="Grafik 139">
              <a:extLst>
                <a:ext uri="{FF2B5EF4-FFF2-40B4-BE49-F238E27FC236}">
                  <a16:creationId xmlns:a16="http://schemas.microsoft.com/office/drawing/2014/main" id="{E6C0CCCB-F6BA-4472-A24A-5276576A63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17556" t="5621" r="42440" b="53721"/>
            <a:stretch/>
          </p:blipFill>
          <p:spPr>
            <a:xfrm>
              <a:off x="3404738" y="1405423"/>
              <a:ext cx="354212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237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3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4053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4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8" fill="hold" display="0">
                  <p:stCondLst>
                    <p:cond delay="indefinite"/>
                  </p:stCondLst>
                </p:cTn>
                <p:tgtEl>
                  <p:spTgt spid="62"/>
                </p:tgtEl>
              </p:cMediaNode>
            </p:video>
            <p:video>
              <p:cMediaNode vol="80000">
                <p:cTn id="89" fill="hold" display="0">
                  <p:stCondLst>
                    <p:cond delay="indefinite"/>
                  </p:stCondLst>
                </p:cTn>
                <p:tgtEl>
                  <p:spTgt spid="65"/>
                </p:tgtEl>
              </p:cMediaNode>
            </p:video>
          </p:childTnLst>
        </p:cTn>
      </p:par>
    </p:tnLst>
    <p:bldLst>
      <p:bldP spid="11" grpId="0"/>
      <p:bldP spid="266" grpId="0" animBg="1"/>
      <p:bldP spid="66" grpId="0"/>
      <p:bldP spid="16" grpId="0" animBg="1"/>
    </p:bld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  <a:alpha val="30000"/>
          </a:schemeClr>
        </a:solidFill>
        <a:ln>
          <a:solidFill>
            <a:srgbClr val="003C5A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Bildschirmpräsentation (16:9)</PresentationFormat>
  <Paragraphs>6</Paragraphs>
  <Slides>1</Slides>
  <Notes>1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Segoe UI</vt:lpstr>
      <vt:lpstr>Wingdings</vt:lpstr>
      <vt:lpstr>Larissa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Neuhaus</dc:creator>
  <cp:lastModifiedBy>Yunus Sari</cp:lastModifiedBy>
  <cp:revision>435</cp:revision>
  <dcterms:created xsi:type="dcterms:W3CDTF">2017-02-22T17:37:59Z</dcterms:created>
  <dcterms:modified xsi:type="dcterms:W3CDTF">2025-12-31T13:55:16Z</dcterms:modified>
</cp:coreProperties>
</file>